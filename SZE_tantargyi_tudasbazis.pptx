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7" r:id="rId2"/>
    <p:sldId id="258" r:id="rId3"/>
    <p:sldId id="259" r:id="rId4"/>
    <p:sldId id="268" r:id="rId5"/>
    <p:sldId id="269" r:id="rId6"/>
    <p:sldId id="270" r:id="rId7"/>
    <p:sldId id="271" r:id="rId8"/>
    <p:sldId id="27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Közepesen sötét stílus 2 – 1. jelölőszín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4790" autoAdjust="0"/>
  </p:normalViewPr>
  <p:slideViewPr>
    <p:cSldViewPr snapToGrid="0">
      <p:cViewPr varScale="1">
        <p:scale>
          <a:sx n="57" d="100"/>
          <a:sy n="57" d="100"/>
        </p:scale>
        <p:origin x="42" y="5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728" y="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570EC-FAA0-47E5-9CD7-A837C35FCCA5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3DF154-B750-49E7-A7C0-68B0D280CC42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88729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dirty="0"/>
              <a:t>Érdemes azzal indítani a prezentációt, hogy röviden ismerteti a hallgató miért választotta a témát. Pl. A téma adott volt, mert gyakornokként XY vállalatnál dolgozott vagy Saját ötletként fogalmazódott meg, hogy XY problémára egy alkalmazást fejlesszen a hallgató vagy XY tanszék témái között a hallgatónak megtetszett XY oktató által kiírt téma stb.</a:t>
            </a:r>
          </a:p>
          <a:p>
            <a:endParaRPr lang="hu-HU" dirty="0"/>
          </a:p>
          <a:p>
            <a:r>
              <a:rPr lang="hu-HU" dirty="0"/>
              <a:t>Ha dolgozat vállalati környezetben készült, nem kell a vállalatot részletesen bemutatni, hányan dolgoznak, hány részleg van stb. Csak a megvalósítás szempontjából releváns információkat mondjuk itt el a vállalatról. Pl. A fejlesztett szoftver egy 11 ezer fős vállalat 5000 dolgozóját szolgálja ki stb.</a:t>
            </a:r>
          </a:p>
          <a:p>
            <a:endParaRPr lang="hu-HU" dirty="0"/>
          </a:p>
          <a:p>
            <a:r>
              <a:rPr lang="hu-HU" dirty="0"/>
              <a:t>Nagyon fontos, hogy ITT </a:t>
            </a:r>
            <a:r>
              <a:rPr lang="hu-HU" b="1" dirty="0"/>
              <a:t>tömören összefoglalva egyértelműen fogalmazza meg a hallgató mi volt a szakdolgozat indulásakor az elérendő cél (Célkitűzés) </a:t>
            </a:r>
            <a:r>
              <a:rPr lang="hu-HU" dirty="0"/>
              <a:t>és egyből be is </a:t>
            </a:r>
            <a:r>
              <a:rPr lang="hu-HU" b="1" dirty="0"/>
              <a:t>mutathatja a hallgató az elkészült „eredményt” </a:t>
            </a:r>
            <a:r>
              <a:rPr lang="hu-HU" dirty="0"/>
              <a:t>pl. egy képernyőképpel alátámasztva (A ).  Bátran lehet elmondani azt is, hogy menet közben változtak az igények vagy hogy sikerült elkészíteni a tervezett alkalmazást stb.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1529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Mindenképpen essék szó arról, hogy milyen módszereket, eszközöket, dokumentálási megoldásokat pl. UML modellező nyelv a specifikáció elkészítésére stb. alkalmazott a munka során a hallgató. Pl. ha ketten dolgoztak egy témán, azt is el kell mondani, hogyan osztották meg a munkát, milyen szoftverek alkalmaztak a csapatmunkára, változáskövetésre stb. Ezt követően a fejlesztési környezeteket felsorolva vagy egy ábra segítségével bemutatva ismertetni kell.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802717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Ezt követően 3-6 </a:t>
            </a:r>
            <a:r>
              <a:rPr lang="hu-HU" dirty="0" err="1"/>
              <a:t>slide-on</a:t>
            </a:r>
            <a:r>
              <a:rPr lang="hu-HU" dirty="0"/>
              <a:t> ismertetni kell a megvalósítási folyamatot, a saját munkát kiemelve (pl. ha egy vállalatnál készült a munka, ahol egy projektcsapat tagként tevékenykedett a hallgató, pontosan legyenek megnevezve a hallgató által elkészített feladatok), bemutatva az eredményeket. A képernyőképek (ha vannak) sokat segíthetnek.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918356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Ezt követően 3-6 </a:t>
            </a:r>
            <a:r>
              <a:rPr lang="hu-HU" dirty="0" err="1"/>
              <a:t>slide-on</a:t>
            </a:r>
            <a:r>
              <a:rPr lang="hu-HU" dirty="0"/>
              <a:t> ismertetni kell a megvalósítási folyamatot, a saját munkát kiemelve (pl. ha egy vállalatnál készült a munka, ahol egy projektcsapat tagként tevékenykedett a hallgató, pontosan legyenek megnevezve a hallgató által elkészített feladatok), bemutatva az eredményeket. A képernyőképek (ha vannak) sokat segíthetnek.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183370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Ezt követően 3-6 </a:t>
            </a:r>
            <a:r>
              <a:rPr lang="hu-HU" dirty="0" err="1"/>
              <a:t>slide-on</a:t>
            </a:r>
            <a:r>
              <a:rPr lang="hu-HU" dirty="0"/>
              <a:t> ismertetni kell a megvalósítási folyamatot, a saját munkát kiemelve (pl. ha egy vállalatnál készült a munka, ahol egy projektcsapat tagként tevékenykedett a hallgató, pontosan legyenek megnevezve a hallgató által elkészített feladatok), bemutatva az eredményeket. A képernyőképek (ha vannak) sokat segíthetnek.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57323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Összefoglalva ismertetni kell az elvégzett munkát, az elért eredményt, kiemelve a pozitív és negatív tapasztalatokat. Itt lehet megfogalmazni milyen tudással sikerült gazdagodni a munka során. Mutassuk be a szoftvert!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3DF154-B750-49E7-A7C0-68B0D280CC42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65229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1">
            <a:extLst>
              <a:ext uri="{FF2B5EF4-FFF2-40B4-BE49-F238E27FC236}">
                <a16:creationId xmlns:a16="http://schemas.microsoft.com/office/drawing/2014/main" id="{4A82B823-E297-F2B6-EEB7-7DC087133E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63187"/>
            <a:ext cx="12482111" cy="7021187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50DCB899-0D0A-30E1-4FC8-F3BFD4D5E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0100" y="1782763"/>
            <a:ext cx="6870700" cy="230663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hu-HU" dirty="0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8DCA371-7EBB-3135-EBF2-41C605893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0100" y="4559300"/>
            <a:ext cx="6870700" cy="13589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dirty="0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FE080715-007F-1691-5683-7F997F5FC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2968707-BA8A-BABD-63ED-F1B71C47E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67B5CE5-FFDA-603A-A8F3-F805F71C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35863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3792C60-AC73-4903-94B8-E421BB676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65C01D0-FA40-39C2-C240-5CFC226322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450AF4B9-169A-DA50-A85F-29414A6F6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FAD08E4-6D9D-BDC1-B1AF-8F1DA3F49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178E24A-78AC-E70D-1AE1-B91C3A990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320918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42DCC4F-D197-CF9B-C39D-7C6D9F7EB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F1C0A50-D675-C257-0BDC-A9CD0D0334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0857CB5F-1A4D-DF90-4405-CBC767FB85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7E22C5B1-78F6-FCB0-A438-0E22F500D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13243895-A8F5-98C1-82D8-C5C0B751C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55533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A1414DB-1A1A-1FBB-A7F0-B4BB26B47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936D968-32F2-11C1-26DF-0B4920F90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A3454D2B-77E8-A6A1-F8DF-CF026BE1C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B769DE9-BB1F-F0CB-9B55-29C4035C4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A2EB1EFF-72C4-24E3-4299-C0372700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F0F3F67-F701-3253-9E31-27A1393C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2558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CE6CB4A-1E79-4BF7-186C-BD6B04741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9B2D6FF-DAE9-44CF-5396-FDC6851DEF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17185BA1-7CB8-B2DF-59BD-59CCF77975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1413BF0D-37DF-E5E3-A778-837D18701F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FB76018E-95C0-0020-5106-8D4CFC7273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BD72BFA-3E50-0472-E577-6A68C0D4F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99DF57C5-BAF6-26E6-CCB0-788678C24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D1E1FD7-5678-B058-776A-328478160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63727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6BA664E-7609-64E3-B3D7-7BC4429F5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25D6DF04-4865-72FC-FA06-437A24261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6A760EF9-D15F-633D-7591-EC13BE15F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61AD5FB4-46BB-2785-6700-8C4CF978C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056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F0D6B763-1F9E-E317-B9D4-D609D649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831DAD03-D73A-F5A8-B0D8-145C69D82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6E0C1D5D-AE10-E62D-81DF-7AB2B7698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290847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105F9FC-D56A-8D21-B6A5-9B4B0AE3A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3707BB-53A0-2531-C81B-BDDA3E479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CC7D7202-C65E-05EF-131A-33583E755C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52BF32F1-56BD-0C1D-A655-2588F2982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437DF89F-65A9-AD45-68A6-B64C3B315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1DCBFBD4-F9A6-657B-324C-615BB7F4E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51865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22AE731-A438-E4C9-D26F-AB7D27D70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D00BAA9C-562A-13AE-D8C6-1CA351D83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B6EC62E-B30C-B7B5-4EEC-5CE366C8C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4BA3F54B-58DA-9AA3-8F24-D5F5C747B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90BF014-2377-5D27-7EE1-1AF8E21D8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CEB09EE9-6C92-95BB-0684-766D8382C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0789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30B9D29-02F2-3CCC-5282-CA1AA50F3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EBB53CE7-6E42-A456-BB83-65558850AC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CFD2692-A1CB-9F64-214C-4C1CD70E02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6D65D6F-35FA-9AEB-2EFE-18AA4E031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028B7E51-7BE2-C8F4-BCD5-EF060AD31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2417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7C67C7DD-287A-9E22-5564-2FEF3B7E8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91038FB1-344F-0012-2097-87F152989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01088D3-0ADC-4C9F-EA4F-5F79258A1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158D72E-75A5-966F-2B28-5C82BDEE2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4C9C991-0A44-83E5-B0C1-0BC008162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6013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A screenshot of a cell phone&#10;&#10;Description automatically generated">
            <a:extLst>
              <a:ext uri="{FF2B5EF4-FFF2-40B4-BE49-F238E27FC236}">
                <a16:creationId xmlns:a16="http://schemas.microsoft.com/office/drawing/2014/main" id="{D9963D26-491C-7383-68BA-28C1744B1D6C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-147638"/>
            <a:ext cx="12454466" cy="7005637"/>
          </a:xfrm>
          <a:prstGeom prst="rect">
            <a:avLst/>
          </a:prstGeom>
        </p:spPr>
      </p:pic>
      <p:sp>
        <p:nvSpPr>
          <p:cNvPr id="2" name="Cím helye 1">
            <a:extLst>
              <a:ext uri="{FF2B5EF4-FFF2-40B4-BE49-F238E27FC236}">
                <a16:creationId xmlns:a16="http://schemas.microsoft.com/office/drawing/2014/main" id="{99900BEE-7F73-893D-9147-ED929BC88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2337"/>
            <a:ext cx="10515600" cy="965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252B134E-72F2-CECA-E35D-A62A9E50A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01"/>
            <a:ext cx="10515600" cy="4170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C5CCEDF6-BF15-38DE-17E8-9F9D2B66D1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CC8A1-11DC-48B9-AF77-7B741DC7B193}" type="datetimeFigureOut">
              <a:rPr lang="hu-HU" smtClean="0"/>
              <a:t>2024. 12. 09.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BD3DBFA9-EF17-A134-DC38-951604E883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80F58E7-A1E1-08CD-B55A-100EE25BDA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C107AC-25E8-4A05-94DD-FD837F77ADA5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921715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547F323-F9FA-67DA-53A0-6E8C4F2B8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1846" y="2228577"/>
            <a:ext cx="6453354" cy="1200423"/>
          </a:xfrm>
        </p:spPr>
        <p:txBody>
          <a:bodyPr>
            <a:normAutofit/>
          </a:bodyPr>
          <a:lstStyle/>
          <a:p>
            <a:pPr algn="l"/>
            <a:r>
              <a:rPr lang="hu-HU" sz="4800" b="1" dirty="0"/>
              <a:t>SZE tantárgyi tudásbázis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5D7B976A-A104-6A1B-F875-B9024A9DAB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1845" y="4198498"/>
            <a:ext cx="3083621" cy="232422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hu-HU" sz="2900" b="1" dirty="0"/>
              <a:t>Készítették: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Varga Zoltán – ETXFS1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Győri Máté – P8QWN6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Homoki Tamás - OJZPGH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Farkas Bence Béla – J2O1H3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Németh János – X3GBC3</a:t>
            </a:r>
          </a:p>
          <a:p>
            <a:pPr algn="just"/>
            <a:r>
              <a:rPr lang="hu-H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Hegedüs Dávid – GQPB8D</a:t>
            </a:r>
          </a:p>
          <a:p>
            <a:pPr algn="just"/>
            <a:endParaRPr lang="hu-H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hu-HU" dirty="0"/>
          </a:p>
        </p:txBody>
      </p:sp>
      <p:sp>
        <p:nvSpPr>
          <p:cNvPr id="4" name="Alcím 2">
            <a:extLst>
              <a:ext uri="{FF2B5EF4-FFF2-40B4-BE49-F238E27FC236}">
                <a16:creationId xmlns:a16="http://schemas.microsoft.com/office/drawing/2014/main" id="{E1D43572-93E2-1403-D537-3E2916869FC9}"/>
              </a:ext>
            </a:extLst>
          </p:cNvPr>
          <p:cNvSpPr txBox="1">
            <a:spLocks/>
          </p:cNvSpPr>
          <p:nvPr/>
        </p:nvSpPr>
        <p:spPr>
          <a:xfrm>
            <a:off x="4088523" y="4198498"/>
            <a:ext cx="2438400" cy="23242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hu-HU" sz="2200" b="1" dirty="0"/>
              <a:t>Konzulens:</a:t>
            </a:r>
          </a:p>
          <a:p>
            <a:pPr algn="just"/>
            <a:r>
              <a:rPr lang="hu-HU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Bognár Tamás</a:t>
            </a:r>
          </a:p>
          <a:p>
            <a:pPr algn="just"/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223291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495E597-5790-536B-834F-30447003F5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Téma választásának oka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5CEB97-E2CA-27D9-8819-4BC103AEF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hu-HU" sz="2800" dirty="0"/>
              <a:t>Hallgatói érdekek</a:t>
            </a:r>
          </a:p>
          <a:p>
            <a:pPr lvl="1"/>
            <a:r>
              <a:rPr lang="hu-HU" sz="2800" dirty="0"/>
              <a:t>Hallgatók buzdítása egymás segítésére.</a:t>
            </a:r>
          </a:p>
          <a:p>
            <a:pPr lvl="1"/>
            <a:r>
              <a:rPr lang="hu-HU" sz="2800" dirty="0"/>
              <a:t>Értékteremtés.</a:t>
            </a:r>
          </a:p>
          <a:p>
            <a:pPr lvl="1"/>
            <a:r>
              <a:rPr lang="hu-HU" sz="2800" dirty="0"/>
              <a:t>Jelenlegi eszközök napra készségének megreformálása</a:t>
            </a:r>
          </a:p>
          <a:p>
            <a:pPr lvl="2"/>
            <a:r>
              <a:rPr lang="hu-HU" sz="2400" dirty="0"/>
              <a:t>Sze-</a:t>
            </a:r>
            <a:r>
              <a:rPr lang="hu-HU" sz="2400" dirty="0" err="1"/>
              <a:t>learning</a:t>
            </a:r>
            <a:r>
              <a:rPr lang="hu-HU" sz="2400" dirty="0"/>
              <a:t>, GitHub, rs1 oldalak, Drive, </a:t>
            </a:r>
            <a:r>
              <a:rPr lang="hu-HU" sz="2400" dirty="0" err="1"/>
              <a:t>Ecxel</a:t>
            </a:r>
            <a:r>
              <a:rPr lang="hu-HU" sz="2400" dirty="0"/>
              <a:t> </a:t>
            </a:r>
            <a:r>
              <a:rPr lang="hu-HU" sz="2400" dirty="0" err="1"/>
              <a:t>worksheets</a:t>
            </a:r>
            <a:r>
              <a:rPr lang="hu-HU" sz="2400" dirty="0"/>
              <a:t>, stb.</a:t>
            </a:r>
          </a:p>
          <a:p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718177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1F00C0-CCC9-28BC-2580-117BBA58B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93789"/>
            <a:ext cx="10604500" cy="965201"/>
          </a:xfrm>
        </p:spPr>
        <p:txBody>
          <a:bodyPr>
            <a:normAutofit/>
          </a:bodyPr>
          <a:lstStyle/>
          <a:p>
            <a:r>
              <a:rPr lang="hu-HU" dirty="0"/>
              <a:t>Fe</a:t>
            </a:r>
            <a:r>
              <a:rPr lang="hu-HU" dirty="0">
                <a:solidFill>
                  <a:srgbClr val="000000"/>
                </a:solidFill>
              </a:rPr>
              <a:t>lmerülő</a:t>
            </a:r>
            <a:r>
              <a:rPr lang="hu-HU" dirty="0"/>
              <a:t> kérdések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CED6A26-8C35-739B-C4CA-C42DFEDE3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43137"/>
            <a:ext cx="10515600" cy="4105275"/>
          </a:xfrm>
        </p:spPr>
        <p:txBody>
          <a:bodyPr>
            <a:normAutofit/>
          </a:bodyPr>
          <a:lstStyle/>
          <a:p>
            <a:pPr algn="just"/>
            <a:r>
              <a:rPr lang="hu-HU" dirty="0">
                <a:solidFill>
                  <a:srgbClr val="000000"/>
                </a:solidFill>
              </a:rPr>
              <a:t>Ez egy 6-ik olyan weboldal, amely + leterheltséget jelentene az oktatóknak, vagy egy új lehetőség a rendszer dinamikusabbá tételéhez?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Ki a célközönség?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Valóban használva lenne?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Mindenki szabadon használhatja, vagy valamilyen jogosultsághoz kössük?</a:t>
            </a:r>
          </a:p>
          <a:p>
            <a:endParaRPr lang="hu-H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058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27A69-37F9-90ED-A5BF-A9FE1379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rgbClr val="000000"/>
                </a:solidFill>
              </a:rPr>
              <a:t>Projekt életciklusa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5F5706-AB12-B63E-C613-8756E4042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0397"/>
            <a:ext cx="10515600" cy="3615266"/>
          </a:xfrm>
        </p:spPr>
        <p:txBody>
          <a:bodyPr/>
          <a:lstStyle/>
          <a:p>
            <a:pPr algn="just"/>
            <a:r>
              <a:rPr lang="hu-HU" dirty="0">
                <a:solidFill>
                  <a:srgbClr val="000000"/>
                </a:solidFill>
              </a:rPr>
              <a:t>1. hét: Megvalósítás menetének átbeszélése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2-4. hét: </a:t>
            </a:r>
            <a:r>
              <a:rPr lang="hu-HU" dirty="0" err="1">
                <a:solidFill>
                  <a:srgbClr val="000000"/>
                </a:solidFill>
              </a:rPr>
              <a:t>Szkeleton</a:t>
            </a:r>
            <a:r>
              <a:rPr lang="hu-HU" dirty="0">
                <a:solidFill>
                  <a:srgbClr val="000000"/>
                </a:solidFill>
              </a:rPr>
              <a:t> felépítése, funkciók pontosítása, adatbázis elkészítése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5-6. hét: Funkciók beépítése, Frontend és Adatbázis összekapcsolása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7-8. hét: Tesztelés, további funkciók megbeszélése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9-11. hét: </a:t>
            </a:r>
            <a:r>
              <a:rPr lang="hu-HU" dirty="0" err="1">
                <a:solidFill>
                  <a:srgbClr val="000000"/>
                </a:solidFill>
              </a:rPr>
              <a:t>Szkeleton</a:t>
            </a:r>
            <a:r>
              <a:rPr lang="hu-HU" dirty="0">
                <a:solidFill>
                  <a:srgbClr val="000000"/>
                </a:solidFill>
              </a:rPr>
              <a:t> tovább fejlesztése, felmerülő hibák javítása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12-14. hét: Program véglegesítése, utolsó simítások</a:t>
            </a:r>
          </a:p>
          <a:p>
            <a:endParaRPr lang="hu-HU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52444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27A69-37F9-90ED-A5BF-A9FE1379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>
                <a:solidFill>
                  <a:srgbClr val="000000"/>
                </a:solidFill>
              </a:rPr>
              <a:t>Felmerülő nehézségek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5F5706-AB12-B63E-C613-8756E4042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01"/>
            <a:ext cx="10515600" cy="4170362"/>
          </a:xfrm>
        </p:spPr>
        <p:txBody>
          <a:bodyPr/>
          <a:lstStyle/>
          <a:p>
            <a:pPr algn="just"/>
            <a:r>
              <a:rPr lang="hu-HU" dirty="0">
                <a:solidFill>
                  <a:srgbClr val="000000"/>
                </a:solidFill>
              </a:rPr>
              <a:t>Adatbázis kommunikálása a Frontenddel.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Az oldal kinézetének kérdése.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Funkciók számának meghatározása.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Frontend elemek kitalálása.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Backend elkészítése.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Visszajelzések alapján a projekt értékteremtő témájának kérdése.</a:t>
            </a:r>
          </a:p>
          <a:p>
            <a:pPr algn="just"/>
            <a:r>
              <a:rPr lang="hu-HU" dirty="0">
                <a:solidFill>
                  <a:srgbClr val="000000"/>
                </a:solidFill>
              </a:rPr>
              <a:t>Kevés tapasztalat az ilyen jellegű programozás terén, illetve ilyen projekt készítésének terén.</a:t>
            </a:r>
          </a:p>
        </p:txBody>
      </p:sp>
    </p:spTree>
    <p:extLst>
      <p:ext uri="{BB962C8B-B14F-4D97-AF65-F5344CB8AC3E}">
        <p14:creationId xmlns:p14="http://schemas.microsoft.com/office/powerpoint/2010/main" val="3849552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1527A69-37F9-90ED-A5BF-A9FE137959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Backend megoldások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9EE05DD5-441B-0823-66F5-3B1063B75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732" y="1866887"/>
            <a:ext cx="4326468" cy="369571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4319685B-4F10-4EE0-796E-185C36EE1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64810" y="1852829"/>
            <a:ext cx="6024458" cy="3709772"/>
          </a:xfrm>
          <a:prstGeom prst="rect">
            <a:avLst/>
          </a:prstGeom>
        </p:spPr>
      </p:pic>
      <p:sp>
        <p:nvSpPr>
          <p:cNvPr id="8" name="Szövegdoboz 7">
            <a:extLst>
              <a:ext uri="{FF2B5EF4-FFF2-40B4-BE49-F238E27FC236}">
                <a16:creationId xmlns:a16="http://schemas.microsoft.com/office/drawing/2014/main" id="{CFD0E8BB-AB54-876C-C636-5A4D4310C23F}"/>
              </a:ext>
            </a:extLst>
          </p:cNvPr>
          <p:cNvSpPr txBox="1"/>
          <p:nvPr/>
        </p:nvSpPr>
        <p:spPr>
          <a:xfrm>
            <a:off x="4093210" y="5800196"/>
            <a:ext cx="274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2800" dirty="0">
                <a:solidFill>
                  <a:srgbClr val="000000"/>
                </a:solidFill>
              </a:rPr>
              <a:t>Regisztráció</a:t>
            </a:r>
          </a:p>
        </p:txBody>
      </p:sp>
    </p:spTree>
    <p:extLst>
      <p:ext uri="{BB962C8B-B14F-4D97-AF65-F5344CB8AC3E}">
        <p14:creationId xmlns:p14="http://schemas.microsoft.com/office/powerpoint/2010/main" val="25791488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ím 6">
            <a:extLst>
              <a:ext uri="{FF2B5EF4-FFF2-40B4-BE49-F238E27FC236}">
                <a16:creationId xmlns:a16="http://schemas.microsoft.com/office/drawing/2014/main" id="{C45FEEC7-D87E-D833-786F-934D71AF5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Adatbázis</a:t>
            </a:r>
          </a:p>
        </p:txBody>
      </p:sp>
      <p:pic>
        <p:nvPicPr>
          <p:cNvPr id="9" name="Kép 8">
            <a:extLst>
              <a:ext uri="{FF2B5EF4-FFF2-40B4-BE49-F238E27FC236}">
                <a16:creationId xmlns:a16="http://schemas.microsoft.com/office/drawing/2014/main" id="{5172C476-A0D1-6F24-1F41-FD3AFE818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4866" y="1698168"/>
            <a:ext cx="8822267" cy="4756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ím 3">
            <a:extLst>
              <a:ext uri="{FF2B5EF4-FFF2-40B4-BE49-F238E27FC236}">
                <a16:creationId xmlns:a16="http://schemas.microsoft.com/office/drawing/2014/main" id="{F6D227D2-6209-427A-0CB9-1D95D5509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hu-HU" sz="6000" dirty="0"/>
              <a:t>Köszönjük a figyelmet!</a:t>
            </a:r>
            <a:br>
              <a:rPr lang="hu-HU" sz="6000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547350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668</Words>
  <Application>Microsoft Office PowerPoint</Application>
  <PresentationFormat>Szélesvásznú</PresentationFormat>
  <Paragraphs>56</Paragraphs>
  <Slides>8</Slides>
  <Notes>6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Office-téma</vt:lpstr>
      <vt:lpstr>SZE tantárgyi tudásbázis</vt:lpstr>
      <vt:lpstr>Téma választásának oka</vt:lpstr>
      <vt:lpstr>Felmerülő kérdések</vt:lpstr>
      <vt:lpstr>Projekt életciklusa</vt:lpstr>
      <vt:lpstr>Felmerülő nehézségek</vt:lpstr>
      <vt:lpstr>Backend megoldások</vt:lpstr>
      <vt:lpstr>Adatbázis</vt:lpstr>
      <vt:lpstr>Köszönjük a figyelmet!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Katalin dr Kovács</dc:creator>
  <cp:lastModifiedBy>Homoki Tamás</cp:lastModifiedBy>
  <cp:revision>8</cp:revision>
  <dcterms:created xsi:type="dcterms:W3CDTF">2023-01-10T08:10:42Z</dcterms:created>
  <dcterms:modified xsi:type="dcterms:W3CDTF">2024-12-09T21:20:50Z</dcterms:modified>
</cp:coreProperties>
</file>