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7" r:id="rId2"/>
    <p:sldId id="258" r:id="rId3"/>
    <p:sldId id="268" r:id="rId4"/>
    <p:sldId id="269" r:id="rId5"/>
    <p:sldId id="271" r:id="rId6"/>
    <p:sldId id="270" r:id="rId7"/>
    <p:sldId id="259" r:id="rId8"/>
    <p:sldId id="27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3205" autoAdjust="0"/>
  </p:normalViewPr>
  <p:slideViewPr>
    <p:cSldViewPr snapToGrid="0">
      <p:cViewPr varScale="1">
        <p:scale>
          <a:sx n="68" d="100"/>
          <a:sy n="68" d="100"/>
        </p:scale>
        <p:origin x="1171" y="10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72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ános Németh" userId="a5796186838e1bd4" providerId="LiveId" clId="{31B6F77D-C2E6-4C41-90B1-D65C6F4ED51A}"/>
    <pc:docChg chg="undo custSel modSld">
      <pc:chgData name="János Németh" userId="a5796186838e1bd4" providerId="LiveId" clId="{31B6F77D-C2E6-4C41-90B1-D65C6F4ED51A}" dt="2024-12-09T22:15:09.140" v="336" actId="1076"/>
      <pc:docMkLst>
        <pc:docMk/>
      </pc:docMkLst>
      <pc:sldChg chg="modSp mod">
        <pc:chgData name="János Németh" userId="a5796186838e1bd4" providerId="LiveId" clId="{31B6F77D-C2E6-4C41-90B1-D65C6F4ED51A}" dt="2024-12-09T22:03:16.440" v="328" actId="948"/>
        <pc:sldMkLst>
          <pc:docMk/>
          <pc:sldMk cId="3718177372" sldId="258"/>
        </pc:sldMkLst>
        <pc:spChg chg="mod">
          <ac:chgData name="János Németh" userId="a5796186838e1bd4" providerId="LiveId" clId="{31B6F77D-C2E6-4C41-90B1-D65C6F4ED51A}" dt="2024-12-09T21:51:09.497" v="239" actId="2711"/>
          <ac:spMkLst>
            <pc:docMk/>
            <pc:sldMk cId="3718177372" sldId="258"/>
            <ac:spMk id="2" creationId="{7495E597-5790-536B-834F-30447003F524}"/>
          </ac:spMkLst>
        </pc:spChg>
        <pc:spChg chg="mod">
          <ac:chgData name="János Németh" userId="a5796186838e1bd4" providerId="LiveId" clId="{31B6F77D-C2E6-4C41-90B1-D65C6F4ED51A}" dt="2024-12-09T22:03:16.440" v="328" actId="948"/>
          <ac:spMkLst>
            <pc:docMk/>
            <pc:sldMk cId="3718177372" sldId="258"/>
            <ac:spMk id="3" creationId="{495CEB97-E2CA-27D9-8819-4BC103AEF860}"/>
          </ac:spMkLst>
        </pc:spChg>
      </pc:sldChg>
      <pc:sldChg chg="modSp mod">
        <pc:chgData name="János Németh" userId="a5796186838e1bd4" providerId="LiveId" clId="{31B6F77D-C2E6-4C41-90B1-D65C6F4ED51A}" dt="2024-12-09T22:15:09.140" v="336" actId="1076"/>
        <pc:sldMkLst>
          <pc:docMk/>
          <pc:sldMk cId="1261205873" sldId="259"/>
        </pc:sldMkLst>
        <pc:spChg chg="mod">
          <ac:chgData name="János Németh" userId="a5796186838e1bd4" providerId="LiveId" clId="{31B6F77D-C2E6-4C41-90B1-D65C6F4ED51A}" dt="2024-12-09T21:56:36.354" v="303" actId="1076"/>
          <ac:spMkLst>
            <pc:docMk/>
            <pc:sldMk cId="1261205873" sldId="259"/>
            <ac:spMk id="2" creationId="{801F00C0-CCC9-28BC-2580-117BBA58B22C}"/>
          </ac:spMkLst>
        </pc:spChg>
        <pc:spChg chg="mod">
          <ac:chgData name="János Németh" userId="a5796186838e1bd4" providerId="LiveId" clId="{31B6F77D-C2E6-4C41-90B1-D65C6F4ED51A}" dt="2024-12-09T22:15:09.140" v="336" actId="1076"/>
          <ac:spMkLst>
            <pc:docMk/>
            <pc:sldMk cId="1261205873" sldId="259"/>
            <ac:spMk id="3" creationId="{8CED6A26-8C35-739B-C4CA-C42DFEDE34CE}"/>
          </ac:spMkLst>
        </pc:spChg>
      </pc:sldChg>
      <pc:sldChg chg="modSp mod">
        <pc:chgData name="János Németh" userId="a5796186838e1bd4" providerId="LiveId" clId="{31B6F77D-C2E6-4C41-90B1-D65C6F4ED51A}" dt="2024-12-09T22:07:54.779" v="335" actId="1076"/>
        <pc:sldMkLst>
          <pc:docMk/>
          <pc:sldMk cId="3223291445" sldId="267"/>
        </pc:sldMkLst>
        <pc:spChg chg="mod">
          <ac:chgData name="János Németh" userId="a5796186838e1bd4" providerId="LiveId" clId="{31B6F77D-C2E6-4C41-90B1-D65C6F4ED51A}" dt="2024-12-09T22:07:46.211" v="334" actId="1076"/>
          <ac:spMkLst>
            <pc:docMk/>
            <pc:sldMk cId="3223291445" sldId="267"/>
            <ac:spMk id="2" creationId="{8547F323-F9FA-67DA-53A0-6E8C4F2B87B2}"/>
          </ac:spMkLst>
        </pc:spChg>
        <pc:spChg chg="mod">
          <ac:chgData name="János Németh" userId="a5796186838e1bd4" providerId="LiveId" clId="{31B6F77D-C2E6-4C41-90B1-D65C6F4ED51A}" dt="2024-12-09T22:07:54.779" v="335" actId="1076"/>
          <ac:spMkLst>
            <pc:docMk/>
            <pc:sldMk cId="3223291445" sldId="267"/>
            <ac:spMk id="3" creationId="{5D7B976A-A104-6A1B-F875-B9024A9DAB22}"/>
          </ac:spMkLst>
        </pc:spChg>
        <pc:spChg chg="mod">
          <ac:chgData name="János Németh" userId="a5796186838e1bd4" providerId="LiveId" clId="{31B6F77D-C2E6-4C41-90B1-D65C6F4ED51A}" dt="2024-12-09T21:46:09.910" v="237" actId="948"/>
          <ac:spMkLst>
            <pc:docMk/>
            <pc:sldMk cId="3223291445" sldId="267"/>
            <ac:spMk id="4" creationId="{E1D43572-93E2-1403-D537-3E2916869FC9}"/>
          </ac:spMkLst>
        </pc:spChg>
      </pc:sldChg>
      <pc:sldChg chg="modSp mod">
        <pc:chgData name="János Németh" userId="a5796186838e1bd4" providerId="LiveId" clId="{31B6F77D-C2E6-4C41-90B1-D65C6F4ED51A}" dt="2024-12-09T22:03:28.275" v="329" actId="1076"/>
        <pc:sldMkLst>
          <pc:docMk/>
          <pc:sldMk cId="845244432" sldId="268"/>
        </pc:sldMkLst>
        <pc:spChg chg="mod">
          <ac:chgData name="János Németh" userId="a5796186838e1bd4" providerId="LiveId" clId="{31B6F77D-C2E6-4C41-90B1-D65C6F4ED51A}" dt="2024-12-09T21:52:49.114" v="255" actId="2711"/>
          <ac:spMkLst>
            <pc:docMk/>
            <pc:sldMk cId="845244432" sldId="268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2:03:28.275" v="329" actId="1076"/>
          <ac:spMkLst>
            <pc:docMk/>
            <pc:sldMk cId="845244432" sldId="268"/>
            <ac:spMk id="3" creationId="{5B5F5706-AB12-B63E-C613-8756E40424B9}"/>
          </ac:spMkLst>
        </pc:spChg>
      </pc:sldChg>
      <pc:sldChg chg="modSp mod">
        <pc:chgData name="János Németh" userId="a5796186838e1bd4" providerId="LiveId" clId="{31B6F77D-C2E6-4C41-90B1-D65C6F4ED51A}" dt="2024-12-09T21:59:18.214" v="308" actId="27636"/>
        <pc:sldMkLst>
          <pc:docMk/>
          <pc:sldMk cId="3849552481" sldId="269"/>
        </pc:sldMkLst>
        <pc:spChg chg="mod">
          <ac:chgData name="János Németh" userId="a5796186838e1bd4" providerId="LiveId" clId="{31B6F77D-C2E6-4C41-90B1-D65C6F4ED51A}" dt="2024-12-09T21:52:43.905" v="254" actId="2711"/>
          <ac:spMkLst>
            <pc:docMk/>
            <pc:sldMk cId="3849552481" sldId="269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1:59:18.214" v="308" actId="27636"/>
          <ac:spMkLst>
            <pc:docMk/>
            <pc:sldMk cId="3849552481" sldId="269"/>
            <ac:spMk id="3" creationId="{5B5F5706-AB12-B63E-C613-8756E40424B9}"/>
          </ac:spMkLst>
        </pc:spChg>
      </pc:sldChg>
      <pc:sldChg chg="modSp mod">
        <pc:chgData name="János Németh" userId="a5796186838e1bd4" providerId="LiveId" clId="{31B6F77D-C2E6-4C41-90B1-D65C6F4ED51A}" dt="2024-12-09T21:52:34.957" v="251" actId="2711"/>
        <pc:sldMkLst>
          <pc:docMk/>
          <pc:sldMk cId="2579148878" sldId="270"/>
        </pc:sldMkLst>
        <pc:spChg chg="mod">
          <ac:chgData name="János Németh" userId="a5796186838e1bd4" providerId="LiveId" clId="{31B6F77D-C2E6-4C41-90B1-D65C6F4ED51A}" dt="2024-12-09T21:52:30.149" v="250" actId="2711"/>
          <ac:spMkLst>
            <pc:docMk/>
            <pc:sldMk cId="2579148878" sldId="270"/>
            <ac:spMk id="2" creationId="{61527A69-37F9-90ED-A5BF-A9FE13795940}"/>
          </ac:spMkLst>
        </pc:spChg>
        <pc:spChg chg="mod">
          <ac:chgData name="János Németh" userId="a5796186838e1bd4" providerId="LiveId" clId="{31B6F77D-C2E6-4C41-90B1-D65C6F4ED51A}" dt="2024-12-09T21:52:34.957" v="251" actId="2711"/>
          <ac:spMkLst>
            <pc:docMk/>
            <pc:sldMk cId="2579148878" sldId="270"/>
            <ac:spMk id="8" creationId="{CFD0E8BB-AB54-876C-C636-5A4D4310C23F}"/>
          </ac:spMkLst>
        </pc:spChg>
      </pc:sldChg>
      <pc:sldChg chg="modSp mod">
        <pc:chgData name="János Németh" userId="a5796186838e1bd4" providerId="LiveId" clId="{31B6F77D-C2E6-4C41-90B1-D65C6F4ED51A}" dt="2024-12-09T21:52:23.743" v="249" actId="408"/>
        <pc:sldMkLst>
          <pc:docMk/>
          <pc:sldMk cId="1547350161" sldId="273"/>
        </pc:sldMkLst>
        <pc:spChg chg="mod">
          <ac:chgData name="János Németh" userId="a5796186838e1bd4" providerId="LiveId" clId="{31B6F77D-C2E6-4C41-90B1-D65C6F4ED51A}" dt="2024-12-09T21:52:23.743" v="249" actId="408"/>
          <ac:spMkLst>
            <pc:docMk/>
            <pc:sldMk cId="1547350161" sldId="273"/>
            <ac:spMk id="4" creationId="{F6D227D2-6209-427A-0CB9-1D95D550980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570EC-FAA0-47E5-9CD7-A837C35FCCA5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DF154-B750-49E7-A7C0-68B0D280CC4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8729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27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1529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1835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18337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65229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732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0271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3DF154-B750-49E7-A7C0-68B0D280CC42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24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1">
            <a:extLst>
              <a:ext uri="{FF2B5EF4-FFF2-40B4-BE49-F238E27FC236}">
                <a16:creationId xmlns:a16="http://schemas.microsoft.com/office/drawing/2014/main" id="{4A82B823-E297-F2B6-EEB7-7DC087133E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63187"/>
            <a:ext cx="12482111" cy="70211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DCB899-0D0A-30E1-4FC8-F3BFD4D5E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0100" y="1782763"/>
            <a:ext cx="6870700" cy="2306637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8DCA371-7EBB-3135-EBF2-41C605893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100" y="4559300"/>
            <a:ext cx="6870700" cy="13589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080715-007F-1691-5683-7F997F5FC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2968707-BA8A-BABD-63ED-F1B71C47E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67B5CE5-FFDA-603A-A8F3-F805F71C7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5863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792C60-AC73-4903-94B8-E421BB676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65C01D0-FA40-39C2-C240-5CFC22632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0AF4B9-169A-DA50-A85F-29414A6F6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AD08E4-6D9D-BDC1-B1AF-8F1DA3F49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178E24A-78AC-E70D-1AE1-B91C3A990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2091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DCC4F-D197-CF9B-C39D-7C6D9F7EB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F1C0A50-D675-C257-0BDC-A9CD0D033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57CB5F-1A4D-DF90-4405-CBC767FB8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E22C5B1-78F6-FCB0-A438-0E22F500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243895-A8F5-98C1-82D8-C5C0B751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5553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1414DB-1A1A-1FBB-A7F0-B4BB26B47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6D968-32F2-11C1-26DF-0B4920F90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454D2B-77E8-A6A1-F8DF-CF026BE1C3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B769DE9-BB1F-F0CB-9B55-29C4035C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2EB1EFF-72C4-24E3-4299-C0372700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F0F3F67-F701-3253-9E31-27A1393C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32558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6CB4A-1E79-4BF7-186C-BD6B04741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9B2D6FF-DAE9-44CF-5396-FDC6851DE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7185BA1-7CB8-B2DF-59BD-59CCF7797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13BF0D-37DF-E5E3-A778-837D18701F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B76018E-95C0-0020-5106-8D4CFC727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BD72BFA-3E50-0472-E577-6A68C0D4F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99DF57C5-BAF6-26E6-CCB0-788678C24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DD1E1FD7-5678-B058-776A-328478160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372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A664E-7609-64E3-B3D7-7BC4429F5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5D6DF04-4865-72FC-FA06-437A24261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A760EF9-D15F-633D-7591-EC13BE15F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1AD5FB4-46BB-2785-6700-8C4CF978C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056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0D6B763-1F9E-E317-B9D4-D609D6492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31DAD03-D73A-F5A8-B0D8-145C69D8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E0C1D5D-AE10-E62D-81DF-7AB2B7698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084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05F9FC-D56A-8D21-B6A5-9B4B0AE3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3707BB-53A0-2531-C81B-BDDA3E479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C7D7202-C65E-05EF-131A-33583E755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2BF32F1-56BD-0C1D-A655-2588F2982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37DF89F-65A9-AD45-68A6-B64C3B315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DCBFBD4-F9A6-657B-324C-615BB7F4E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865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AE731-A438-E4C9-D26F-AB7D27D70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00BAA9C-562A-13AE-D8C6-1CA351D83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B6EC62E-B30C-B7B5-4EEC-5CE366C8CE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BA3F54B-58DA-9AA3-8F24-D5F5C747B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90BF014-2377-5D27-7EE1-1AF8E21D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EB09EE9-6C92-95BB-0684-766D8382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0789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0B9D29-02F2-3CCC-5282-CA1AA50F3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BB53CE7-6E42-A456-BB83-65558850AC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CFD2692-A1CB-9F64-214C-4C1CD70E0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6D65D6F-35FA-9AEB-2EFE-18AA4E031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28B7E51-7BE2-C8F4-BCD5-EF060AD3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2417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7C67C7DD-287A-9E22-5564-2FEF3B7E81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1038FB1-344F-0012-2097-87F152989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01088D3-0ADC-4C9F-EA4F-5F79258A1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158D72E-75A5-966F-2B28-5C82BDEE2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4C9C991-0A44-83E5-B0C1-0BC00816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0137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D9963D26-491C-7383-68BA-28C1744B1D6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-147638"/>
            <a:ext cx="12454466" cy="7005637"/>
          </a:xfrm>
          <a:prstGeom prst="rect">
            <a:avLst/>
          </a:prstGeom>
        </p:spPr>
      </p:pic>
      <p:sp>
        <p:nvSpPr>
          <p:cNvPr id="2" name="Cím helye 1">
            <a:extLst>
              <a:ext uri="{FF2B5EF4-FFF2-40B4-BE49-F238E27FC236}">
                <a16:creationId xmlns:a16="http://schemas.microsoft.com/office/drawing/2014/main" id="{99900BEE-7F73-893D-9147-ED929BC88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22337"/>
            <a:ext cx="10515600" cy="965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2B134E-72F2-CECA-E35D-A62A9E50A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06601"/>
            <a:ext cx="10515600" cy="41703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5CCEDF6-BF15-38DE-17E8-9F9D2B66D1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CC8A1-11DC-48B9-AF77-7B741DC7B193}" type="datetimeFigureOut">
              <a:rPr lang="hu-HU" smtClean="0"/>
              <a:t>2024. 12. 10.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3DBFA9-EF17-A134-DC38-951604E88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0F58E7-A1E1-08CD-B55A-100EE25BD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C107AC-25E8-4A05-94DD-FD837F77AD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171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47F323-F9FA-67DA-53A0-6E8C4F2B8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438" y="2330177"/>
            <a:ext cx="7667557" cy="1200423"/>
          </a:xfrm>
        </p:spPr>
        <p:txBody>
          <a:bodyPr>
            <a:normAutofit fontScale="90000"/>
          </a:bodyPr>
          <a:lstStyle/>
          <a:p>
            <a:pPr algn="l"/>
            <a:r>
              <a:rPr lang="hu-HU" sz="4800" b="1" dirty="0">
                <a:latin typeface="Montserrat Medium" panose="00000600000000000000" pitchFamily="50" charset="-18"/>
              </a:rPr>
              <a:t>SZE tantárgyi tudásbázis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D7B976A-A104-6A1B-F875-B9024A9DA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438" y="4149403"/>
            <a:ext cx="4134909" cy="2324222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hu-HU" sz="2900" b="1" dirty="0"/>
              <a:t>Készítették: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Varga Zoltán	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	</a:t>
            </a:r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ETXFS1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Győri Máté	-	P8QWN6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Homoki Tamás	-	OJZPGH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Farkas Bence	-	J2O1H3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Németh János	-	X3GBC3</a:t>
            </a:r>
          </a:p>
          <a:p>
            <a:pPr algn="just">
              <a:tabLst>
                <a:tab pos="1706563" algn="l"/>
                <a:tab pos="1976438" algn="l"/>
              </a:tabLst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Hegedüs Dávid	-	GQPB8D</a:t>
            </a:r>
          </a:p>
          <a:p>
            <a:pPr algn="just"/>
            <a:endParaRPr lang="hu-H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/>
          </a:p>
        </p:txBody>
      </p:sp>
      <p:sp>
        <p:nvSpPr>
          <p:cNvPr id="4" name="Alcím 2">
            <a:extLst>
              <a:ext uri="{FF2B5EF4-FFF2-40B4-BE49-F238E27FC236}">
                <a16:creationId xmlns:a16="http://schemas.microsoft.com/office/drawing/2014/main" id="{E1D43572-93E2-1403-D537-3E2916869FC9}"/>
              </a:ext>
            </a:extLst>
          </p:cNvPr>
          <p:cNvSpPr txBox="1">
            <a:spLocks/>
          </p:cNvSpPr>
          <p:nvPr/>
        </p:nvSpPr>
        <p:spPr>
          <a:xfrm>
            <a:off x="4016217" y="4149403"/>
            <a:ext cx="2438400" cy="23242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hu-HU" sz="2200" b="1" dirty="0"/>
              <a:t>Konzulens:</a:t>
            </a:r>
          </a:p>
          <a:p>
            <a:pPr algn="just">
              <a:lnSpc>
                <a:spcPct val="70000"/>
              </a:lnSpc>
              <a:spcBef>
                <a:spcPts val="800"/>
              </a:spcBef>
            </a:pPr>
            <a:r>
              <a:rPr lang="hu-H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Bognár Tamás</a:t>
            </a:r>
          </a:p>
          <a:p>
            <a:pPr algn="just"/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329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95E597-5790-536B-834F-30447003F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 Light" panose="00000400000000000000" pitchFamily="50" charset="-18"/>
              </a:rPr>
              <a:t>Téma választásának oka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95CEB97-E2CA-27D9-8819-4BC103AEF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400" lvl="1"/>
            <a:r>
              <a:rPr lang="hu-HU" sz="2800" dirty="0">
                <a:latin typeface="Montserrat Light" panose="00000400000000000000" pitchFamily="50" charset="-18"/>
              </a:rPr>
              <a:t>Hallgatói érdekek</a:t>
            </a:r>
          </a:p>
          <a:p>
            <a:pPr lvl="1"/>
            <a:r>
              <a:rPr lang="hu-HU" dirty="0">
                <a:latin typeface="Montserrat Light" panose="00000400000000000000" pitchFamily="50" charset="-18"/>
              </a:rPr>
              <a:t>Hallgatók buzdítása egymás segítésére.</a:t>
            </a:r>
          </a:p>
          <a:p>
            <a:pPr lvl="1"/>
            <a:r>
              <a:rPr lang="hu-HU" dirty="0">
                <a:latin typeface="Montserrat Light" panose="00000400000000000000" pitchFamily="50" charset="-18"/>
              </a:rPr>
              <a:t>Értékteremtés.</a:t>
            </a:r>
          </a:p>
          <a:p>
            <a:r>
              <a:rPr lang="hu-HU" dirty="0">
                <a:latin typeface="Montserrat Light" panose="00000400000000000000" pitchFamily="50" charset="-18"/>
              </a:rPr>
              <a:t>Jelenlegi eszközök, illetve rendelkezésre álló források, adatok egyesítése</a:t>
            </a:r>
          </a:p>
          <a:p>
            <a:pPr lvl="1"/>
            <a:r>
              <a:rPr lang="hu-HU" dirty="0">
                <a:latin typeface="Montserrat Light" panose="00000400000000000000" pitchFamily="50" charset="-18"/>
              </a:rPr>
              <a:t>Sze-</a:t>
            </a:r>
            <a:r>
              <a:rPr lang="hu-HU" dirty="0" err="1">
                <a:latin typeface="Montserrat Light" panose="00000400000000000000" pitchFamily="50" charset="-18"/>
              </a:rPr>
              <a:t>learning</a:t>
            </a:r>
            <a:r>
              <a:rPr lang="hu-HU" dirty="0">
                <a:latin typeface="Montserrat Light" panose="00000400000000000000" pitchFamily="50" charset="-18"/>
              </a:rPr>
              <a:t>, GitHub, rs1 oldalak, Drive, </a:t>
            </a:r>
            <a:r>
              <a:rPr lang="hu-HU" dirty="0" err="1">
                <a:latin typeface="Montserrat Light" panose="00000400000000000000" pitchFamily="50" charset="-18"/>
              </a:rPr>
              <a:t>Ecxel</a:t>
            </a:r>
            <a:r>
              <a:rPr lang="hu-HU" dirty="0">
                <a:latin typeface="Montserrat Light" panose="00000400000000000000" pitchFamily="50" charset="-18"/>
              </a:rPr>
              <a:t> </a:t>
            </a:r>
            <a:r>
              <a:rPr lang="hu-HU" dirty="0" err="1">
                <a:latin typeface="Montserrat Light" panose="00000400000000000000" pitchFamily="50" charset="-18"/>
              </a:rPr>
              <a:t>worksheets</a:t>
            </a:r>
            <a:r>
              <a:rPr lang="hu-HU" dirty="0">
                <a:latin typeface="Montserrat Light" panose="00000400000000000000" pitchFamily="50" charset="-18"/>
              </a:rPr>
              <a:t>, stb.</a:t>
            </a:r>
          </a:p>
          <a:p>
            <a:r>
              <a:rPr lang="hu-HU" dirty="0">
                <a:latin typeface="Montserrat Light" panose="00000400000000000000" pitchFamily="50" charset="-18"/>
              </a:rPr>
              <a:t>Belső késztetés, társadalmi felelősségvállalás érzete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8177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Projekt életciklusa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5F5706-AB12-B63E-C613-8756E4042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7538"/>
            <a:ext cx="10515600" cy="4400373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1. hét: 	Megvalósítás menetének átbeszélése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2-4.hét:	</a:t>
            </a:r>
            <a:r>
              <a:rPr lang="hu-HU" sz="2400" dirty="0" err="1">
                <a:solidFill>
                  <a:srgbClr val="000000"/>
                </a:solidFill>
                <a:latin typeface="Montserrat Light" panose="00000400000000000000" pitchFamily="50" charset="-18"/>
              </a:rPr>
              <a:t>Szkeleton</a:t>
            </a:r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 felépítése (HTML &amp; CSS alapjának felépítése), 		funkciók pontosítása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5-6.hét: 	Első konzultáció időpontja, igények összegzése, 				lehetőségek megvizsgálása, dokumentálása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7-8. hét: 	Adatbázis elkészítése, Frontend továbbfejlesztése, 			funkciók beépítésének kezdete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9-11. hét: 	</a:t>
            </a:r>
            <a:r>
              <a:rPr lang="hu-HU" sz="2400" dirty="0" err="1">
                <a:solidFill>
                  <a:srgbClr val="000000"/>
                </a:solidFill>
                <a:latin typeface="Montserrat Light" panose="00000400000000000000" pitchFamily="50" charset="-18"/>
              </a:rPr>
              <a:t>Szkeleton</a:t>
            </a:r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 tovább fejlesztése, felmerülő hibák javítása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12-14. hét: 	Program véglegesítése, utolsó simítások, utolsó 				konzultáció időpontja (SPEEDRUN)</a:t>
            </a:r>
          </a:p>
        </p:txBody>
      </p:sp>
    </p:spTree>
    <p:extLst>
      <p:ext uri="{BB962C8B-B14F-4D97-AF65-F5344CB8AC3E}">
        <p14:creationId xmlns:p14="http://schemas.microsoft.com/office/powerpoint/2010/main" val="845244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Felmerülő nehézségek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5F5706-AB12-B63E-C613-8756E4042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6601"/>
            <a:ext cx="10515600" cy="4170362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Adatbázis és Frontend kapcsolata.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Az oldal kinézetének kérdése.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Funkciók működésének meghatározása.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Elemek megtervezése.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Backend elkészítése.</a:t>
            </a:r>
          </a:p>
          <a:p>
            <a:pPr algn="just"/>
            <a:r>
              <a:rPr lang="hu-HU" sz="2400" dirty="0" err="1">
                <a:solidFill>
                  <a:srgbClr val="000000"/>
                </a:solidFill>
                <a:latin typeface="Montserrat Light" panose="00000400000000000000" pitchFamily="50" charset="-18"/>
              </a:rPr>
              <a:t>Fetchelés</a:t>
            </a:r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 különböző oldalakra és funkciókra.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Célközönség meghatározása.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Tanultak elsajátítása és alkalmazása a projekt során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A projekt éves tervezése, ütemtervek felállítása, elkészítése.</a:t>
            </a:r>
          </a:p>
        </p:txBody>
      </p:sp>
    </p:spTree>
    <p:extLst>
      <p:ext uri="{BB962C8B-B14F-4D97-AF65-F5344CB8AC3E}">
        <p14:creationId xmlns:p14="http://schemas.microsoft.com/office/powerpoint/2010/main" val="3849552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ím 6">
            <a:extLst>
              <a:ext uri="{FF2B5EF4-FFF2-40B4-BE49-F238E27FC236}">
                <a16:creationId xmlns:a16="http://schemas.microsoft.com/office/drawing/2014/main" id="{C45FEEC7-D87E-D833-786F-934D71AF5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5172C476-A0D1-6F24-1F41-FD3AFE818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866" y="1698168"/>
            <a:ext cx="8822267" cy="4756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48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27A69-37F9-90ED-A5BF-A9FE13795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 Light" panose="00000400000000000000" pitchFamily="50" charset="-18"/>
              </a:rPr>
              <a:t>Backend megoldások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E05DD5-441B-0823-66F5-3B1063B75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32" y="1866887"/>
            <a:ext cx="4326468" cy="369571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319685B-4F10-4EE0-796E-185C36EE1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4810" y="1852829"/>
            <a:ext cx="6024458" cy="370977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CFD0E8BB-AB54-876C-C636-5A4D4310C23F}"/>
              </a:ext>
            </a:extLst>
          </p:cNvPr>
          <p:cNvSpPr txBox="1"/>
          <p:nvPr/>
        </p:nvSpPr>
        <p:spPr>
          <a:xfrm>
            <a:off x="4093210" y="5800196"/>
            <a:ext cx="2743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dirty="0">
                <a:solidFill>
                  <a:srgbClr val="000000"/>
                </a:solidFill>
                <a:latin typeface="Montserrat Light" panose="00000400000000000000" pitchFamily="50" charset="-18"/>
              </a:rPr>
              <a:t>Regisztráció</a:t>
            </a:r>
          </a:p>
        </p:txBody>
      </p:sp>
    </p:spTree>
    <p:extLst>
      <p:ext uri="{BB962C8B-B14F-4D97-AF65-F5344CB8AC3E}">
        <p14:creationId xmlns:p14="http://schemas.microsoft.com/office/powerpoint/2010/main" val="2579148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1F00C0-CCC9-28BC-2580-117BBA58B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640"/>
            <a:ext cx="10604500" cy="965201"/>
          </a:xfrm>
        </p:spPr>
        <p:txBody>
          <a:bodyPr>
            <a:normAutofit/>
          </a:bodyPr>
          <a:lstStyle/>
          <a:p>
            <a:r>
              <a:rPr lang="hu-HU" dirty="0">
                <a:latin typeface="Montserrat Light" panose="00000400000000000000" pitchFamily="50" charset="-18"/>
              </a:rPr>
              <a:t>Fe</a:t>
            </a:r>
            <a:r>
              <a:rPr lang="hu-HU" dirty="0">
                <a:solidFill>
                  <a:srgbClr val="000000"/>
                </a:solidFill>
                <a:latin typeface="Montserrat Light" panose="00000400000000000000" pitchFamily="50" charset="-18"/>
              </a:rPr>
              <a:t>lmerülő</a:t>
            </a:r>
            <a:r>
              <a:rPr lang="hu-HU" dirty="0">
                <a:latin typeface="Montserrat Light" panose="00000400000000000000" pitchFamily="50" charset="-18"/>
              </a:rPr>
              <a:t> kérdések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ED6A26-8C35-739B-C4CA-C42DFEDE3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1125"/>
            <a:ext cx="10515600" cy="4105275"/>
          </a:xfrm>
        </p:spPr>
        <p:txBody>
          <a:bodyPr>
            <a:normAutofit/>
          </a:bodyPr>
          <a:lstStyle/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Ez egy sokadik olyan weboldal, amely plusz leterheltséget jelentene az oktatóknak, vagy egy új lehetőség a rendszer dinamikusabbá tételéhez?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Ki a célközönség?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Valóban használva lenne?</a:t>
            </a:r>
          </a:p>
          <a:p>
            <a:pPr algn="just"/>
            <a:r>
              <a:rPr lang="hu-HU" sz="2400" dirty="0">
                <a:solidFill>
                  <a:srgbClr val="000000"/>
                </a:solidFill>
                <a:latin typeface="Montserrat Light" panose="00000400000000000000" pitchFamily="50" charset="-18"/>
              </a:rPr>
              <a:t>Mindenki szabadon használhatja, vagy valamilyen jogosultsághoz kössük?</a:t>
            </a:r>
          </a:p>
        </p:txBody>
      </p:sp>
    </p:spTree>
    <p:extLst>
      <p:ext uri="{BB962C8B-B14F-4D97-AF65-F5344CB8AC3E}">
        <p14:creationId xmlns:p14="http://schemas.microsoft.com/office/powerpoint/2010/main" val="1261205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F6D227D2-6209-427A-0CB9-1D95D5509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2677" y="2774883"/>
            <a:ext cx="7906645" cy="1308233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>
                <a:latin typeface="Montserrat Light" panose="00000400000000000000" pitchFamily="50" charset="-18"/>
              </a:rPr>
              <a:t>Következzen a </a:t>
            </a:r>
            <a:r>
              <a:rPr lang="hu-HU">
                <a:latin typeface="Montserrat Light" panose="00000400000000000000" pitchFamily="50" charset="-18"/>
              </a:rPr>
              <a:t>weboldal bemutatása!</a:t>
            </a:r>
            <a:endParaRPr lang="hu-HU" dirty="0">
              <a:latin typeface="Montserrat Light" panose="00000400000000000000" pitchFamily="50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547350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293</Words>
  <Application>Microsoft Office PowerPoint</Application>
  <PresentationFormat>Szélesvásznú</PresentationFormat>
  <Paragraphs>51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Montserrat Light</vt:lpstr>
      <vt:lpstr>Montserrat Medium</vt:lpstr>
      <vt:lpstr>Times New Roman</vt:lpstr>
      <vt:lpstr>Office-téma</vt:lpstr>
      <vt:lpstr>SZE tantárgyi tudásbázis</vt:lpstr>
      <vt:lpstr>Téma választásának oka</vt:lpstr>
      <vt:lpstr>Projekt életciklusa</vt:lpstr>
      <vt:lpstr>Felmerülő nehézségek</vt:lpstr>
      <vt:lpstr>Adatbázis</vt:lpstr>
      <vt:lpstr>Backend megoldások</vt:lpstr>
      <vt:lpstr>Felmerülő kérdések</vt:lpstr>
      <vt:lpstr>Következzen a weboldal bemutatása!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Katalin dr Kovács</dc:creator>
  <cp:lastModifiedBy>Tamás Homoki</cp:lastModifiedBy>
  <cp:revision>21</cp:revision>
  <dcterms:created xsi:type="dcterms:W3CDTF">2023-01-10T08:10:42Z</dcterms:created>
  <dcterms:modified xsi:type="dcterms:W3CDTF">2024-12-10T19:48:07Z</dcterms:modified>
</cp:coreProperties>
</file>