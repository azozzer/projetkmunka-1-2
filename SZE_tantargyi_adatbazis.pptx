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71" r:id="rId8"/>
    <p:sldId id="272" r:id="rId9"/>
    <p:sldId id="273" r:id="rId10"/>
    <p:sldId id="274" r:id="rId11"/>
    <p:sldId id="275" r:id="rId12"/>
    <p:sldId id="276" r:id="rId13"/>
    <p:sldId id="265" r:id="rId1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7091668-7A1C-BE38-05E1-916108C3E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13474AD-E78A-E7A0-ED84-46AA92520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FAD7F07-94DF-4726-CFF3-268E8AB08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52E5A-450B-4633-84DA-5A467F6E8A84}" type="datetimeFigureOut">
              <a:rPr lang="hu-HU" smtClean="0"/>
              <a:t>2024. 12. 09.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BE307B5-9261-1572-4AA8-136C6B029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3254F02-F929-3C65-A018-0BC4B5F21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190DD-BCE1-4EC0-B781-44D8992504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04589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694A281-7A93-AD7E-A702-A73A6511B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F89576A-D0FE-82AF-2080-8FBE9C47F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5DBA1BE-0EA4-AD99-AA6B-D5BBB2501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52E5A-450B-4633-84DA-5A467F6E8A84}" type="datetimeFigureOut">
              <a:rPr lang="hu-HU" smtClean="0"/>
              <a:t>2024. 12. 09.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6A2CD75-FF2F-FD1B-852A-623E4BBB0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3863254-CCED-3EE8-5EA8-EAFE0ABFE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190DD-BCE1-4EC0-B781-44D8992504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46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83A658-2FD3-733F-C891-BE1F5046F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9490463-832F-37B3-CBFF-9A82EBE6E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0220EA3-25F2-257F-425B-C6944311D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52E5A-450B-4633-84DA-5A467F6E8A84}" type="datetimeFigureOut">
              <a:rPr lang="hu-HU" smtClean="0"/>
              <a:t>2024. 12. 09.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8AA024E-000F-EDEB-B743-8ACF32556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ECC2B1E-AC78-F204-F467-868630BBA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190DD-BCE1-4EC0-B781-44D8992504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1035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E2A0EB3-1F48-9A1C-D6B5-68417EA6D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98AEBE6-23B4-EC19-ECA0-E36D89CAD4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870C98E-01CE-E82A-B90D-0B6AED3A4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03ECBCD-2304-97DB-4730-0DA725416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52E5A-450B-4633-84DA-5A467F6E8A84}" type="datetimeFigureOut">
              <a:rPr lang="hu-HU" smtClean="0"/>
              <a:t>2024. 12. 09.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EECAE86-6B48-8D91-137B-59DDFB811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5745458-810A-348D-11BE-1839F8AC7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190DD-BCE1-4EC0-B781-44D8992504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98851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F6C9D7-EAC7-45EF-023E-D5374433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F200066-9358-60FF-4500-37F5AC62D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1A15482-F010-F244-BA74-6017790A99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E5515E1-DB1C-E677-D068-6D448688A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6EC08654-507C-5C3B-0921-610A72DCE1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B298F0D6-6512-6B4C-0053-ED65B81A9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52E5A-450B-4633-84DA-5A467F6E8A84}" type="datetimeFigureOut">
              <a:rPr lang="hu-HU" smtClean="0"/>
              <a:t>2024. 12. 09.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4B7285B5-07DB-4348-7AD2-9C87E9FC1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FC9F713E-47B7-FE5A-7294-BB17EECBD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190DD-BCE1-4EC0-B781-44D8992504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98569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0D9C968-E91F-91F9-10F6-CC7A2821B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A6C00375-8D0A-7C94-4D64-0D4022C5B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52E5A-450B-4633-84DA-5A467F6E8A84}" type="datetimeFigureOut">
              <a:rPr lang="hu-HU" smtClean="0"/>
              <a:t>2024. 12. 09.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A0B77A04-0B1E-28F0-C7B4-F3AA15EF8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BD95E14A-36F1-2B58-2336-B4CB2464A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190DD-BCE1-4EC0-B781-44D8992504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90916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66F5FADF-A464-18C3-5C98-F64013CF7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52E5A-450B-4633-84DA-5A467F6E8A84}" type="datetimeFigureOut">
              <a:rPr lang="hu-HU" smtClean="0"/>
              <a:t>2024. 12. 09.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68696909-67ED-1342-56C3-5810601E7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B30AABC-61E6-5595-3D40-053FDDB51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190DD-BCE1-4EC0-B781-44D8992504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29464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DB97387-82CC-5465-A376-F01B8CCAE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1965A33-DCE9-AFFF-B704-96D72450D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28F083C-B5DF-DC78-ECE0-9B46B321A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1ED137E-1867-9EB5-EC93-32B78B2B2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52E5A-450B-4633-84DA-5A467F6E8A84}" type="datetimeFigureOut">
              <a:rPr lang="hu-HU" smtClean="0"/>
              <a:t>2024. 12. 09.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6A75C83-D7F4-D81C-D911-708CD5812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CB1A1E7-3A7B-08DB-76A3-45434EE55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190DD-BCE1-4EC0-B781-44D8992504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51212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0FC2091-E4B6-1BE4-EDC9-7D044D9D9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791D0689-A079-09DD-90B2-87902658ED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250EF6E-B90E-AAFD-46A6-6ADF5B37F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749F471-687B-C18A-2654-5002007D8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52E5A-450B-4633-84DA-5A467F6E8A84}" type="datetimeFigureOut">
              <a:rPr lang="hu-HU" smtClean="0"/>
              <a:t>2024. 12. 09.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D872E3A-76A7-50C0-AE2B-45934D70C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3C9C127-B788-74D2-6D7E-1410DFD6F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190DD-BCE1-4EC0-B781-44D8992504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79271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B22EBB1-23B9-5077-2114-7FD92B28F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91C5584-5206-27B8-DEBD-1AB1115FC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716105C-2F19-20AB-4D1D-4C9A2FE0A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52E5A-450B-4633-84DA-5A467F6E8A84}" type="datetimeFigureOut">
              <a:rPr lang="hu-HU" smtClean="0"/>
              <a:t>2024. 12. 09.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6BD954E-9C83-B597-B896-CB3BA0017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B13022C-9998-FC5D-38FB-FAF0AA6D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190DD-BCE1-4EC0-B781-44D8992504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40119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21944963-BBD2-7D73-2271-CEF0361103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CD00435-059E-9013-5C94-5FA14452E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BA6EE61-6A5A-F18E-1AAD-8E912C269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52E5A-450B-4633-84DA-5A467F6E8A84}" type="datetimeFigureOut">
              <a:rPr lang="hu-HU" smtClean="0"/>
              <a:t>2024. 12. 09.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22F6364-7381-4063-B2A6-DDEA81ABB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2AB83A8-8841-A4D2-E32B-832F41954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190DD-BCE1-4EC0-B781-44D8992504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59312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13B62AB9-8195-B920-CF12-69474A32A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725A33B-D7D4-C6EB-687C-7F7E9FBAD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D1F33FE-6EF0-2699-27DE-9BDB8B2D82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B52E5A-450B-4633-84DA-5A467F6E8A84}" type="datetimeFigureOut">
              <a:rPr lang="hu-HU" smtClean="0"/>
              <a:t>2024. 12. 09.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062B5C9-FABA-80BA-04C8-1ECDBF9C2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CBD5498-9FEF-17B4-C810-6B26656EF2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6190DD-BCE1-4EC0-B781-44D8992504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87204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>
            <a:extLst>
              <a:ext uri="{FF2B5EF4-FFF2-40B4-BE49-F238E27FC236}">
                <a16:creationId xmlns:a16="http://schemas.microsoft.com/office/drawing/2014/main" id="{A4A4B878-CAF3-085E-1D8D-B1086AA0A257}"/>
              </a:ext>
            </a:extLst>
          </p:cNvPr>
          <p:cNvSpPr txBox="1"/>
          <p:nvPr/>
        </p:nvSpPr>
        <p:spPr>
          <a:xfrm>
            <a:off x="3362325" y="2844225"/>
            <a:ext cx="5830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SZE tantárgyi tudásbázis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3E412789-00FB-FBA0-309D-5D8470AF0E09}"/>
              </a:ext>
            </a:extLst>
          </p:cNvPr>
          <p:cNvSpPr txBox="1"/>
          <p:nvPr/>
        </p:nvSpPr>
        <p:spPr>
          <a:xfrm>
            <a:off x="114300" y="4933949"/>
            <a:ext cx="192405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Készítették:</a:t>
            </a:r>
          </a:p>
          <a:p>
            <a:pPr algn="just"/>
            <a:r>
              <a:rPr lang="hu-H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Varga Zoltán</a:t>
            </a:r>
          </a:p>
          <a:p>
            <a:pPr algn="just"/>
            <a:r>
              <a:rPr lang="hu-H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Győri Máté</a:t>
            </a:r>
          </a:p>
          <a:p>
            <a:pPr algn="just"/>
            <a:r>
              <a:rPr lang="hu-H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Homoki Tamás</a:t>
            </a:r>
          </a:p>
          <a:p>
            <a:pPr algn="just"/>
            <a:r>
              <a:rPr lang="hu-H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Hegedüs Dávid</a:t>
            </a:r>
          </a:p>
          <a:p>
            <a:pPr algn="just"/>
            <a:r>
              <a:rPr lang="hu-H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Farkas Bence</a:t>
            </a:r>
          </a:p>
          <a:p>
            <a:pPr algn="just"/>
            <a:r>
              <a:rPr lang="hu-H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Németh János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11029526-306C-7BDD-10A6-DF5AAC830D1C}"/>
              </a:ext>
            </a:extLst>
          </p:cNvPr>
          <p:cNvSpPr txBox="1"/>
          <p:nvPr/>
        </p:nvSpPr>
        <p:spPr>
          <a:xfrm>
            <a:off x="8801100" y="6411276"/>
            <a:ext cx="3105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hu-HU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Konzulens: </a:t>
            </a:r>
            <a:r>
              <a:rPr lang="hu-H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Bognár Tamás</a:t>
            </a:r>
          </a:p>
        </p:txBody>
      </p:sp>
    </p:spTree>
    <p:extLst>
      <p:ext uri="{BB962C8B-B14F-4D97-AF65-F5344CB8AC3E}">
        <p14:creationId xmlns:p14="http://schemas.microsoft.com/office/powerpoint/2010/main" val="136833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71D6D62-873C-2E95-5ED8-141A9E78D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413543"/>
            <a:ext cx="10515600" cy="1325563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Téma választásának oka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BAF3710-D844-6678-CE19-9C87428BF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2375"/>
            <a:ext cx="10515600" cy="2841625"/>
          </a:xfrm>
        </p:spPr>
        <p:txBody>
          <a:bodyPr>
            <a:normAutofit/>
          </a:bodyPr>
          <a:lstStyle/>
          <a:p>
            <a:pPr algn="just"/>
            <a:r>
              <a:rPr lang="hu-HU" dirty="0">
                <a:solidFill>
                  <a:schemeClr val="bg1"/>
                </a:solidFill>
              </a:rPr>
              <a:t>Hallgatói érdekek.</a:t>
            </a:r>
          </a:p>
          <a:p>
            <a:pPr algn="just"/>
            <a:r>
              <a:rPr lang="hu-HU" dirty="0">
                <a:solidFill>
                  <a:schemeClr val="bg1"/>
                </a:solidFill>
              </a:rPr>
              <a:t>Hallgatók buzdítása egymás segítésére.</a:t>
            </a:r>
          </a:p>
          <a:p>
            <a:pPr algn="just"/>
            <a:r>
              <a:rPr lang="hu-HU" dirty="0">
                <a:solidFill>
                  <a:schemeClr val="bg1"/>
                </a:solidFill>
              </a:rPr>
              <a:t>Értékteremtés</a:t>
            </a:r>
          </a:p>
          <a:p>
            <a:pPr algn="just"/>
            <a:r>
              <a:rPr lang="hu-HU" dirty="0">
                <a:solidFill>
                  <a:schemeClr val="bg1"/>
                </a:solidFill>
              </a:rPr>
              <a:t>Jelenlegi eszközök napra készségének megreformálása</a:t>
            </a:r>
          </a:p>
          <a:p>
            <a:pPr lvl="1" algn="just"/>
            <a:r>
              <a:rPr lang="hu-HU" dirty="0">
                <a:solidFill>
                  <a:schemeClr val="bg1"/>
                </a:solidFill>
              </a:rPr>
              <a:t>Sze-</a:t>
            </a:r>
            <a:r>
              <a:rPr lang="hu-HU" dirty="0" err="1">
                <a:solidFill>
                  <a:schemeClr val="bg1"/>
                </a:solidFill>
              </a:rPr>
              <a:t>learning</a:t>
            </a:r>
            <a:r>
              <a:rPr lang="hu-HU" dirty="0">
                <a:solidFill>
                  <a:schemeClr val="bg1"/>
                </a:solidFill>
              </a:rPr>
              <a:t>, </a:t>
            </a:r>
            <a:r>
              <a:rPr lang="hu-HU" dirty="0" err="1">
                <a:solidFill>
                  <a:schemeClr val="bg1"/>
                </a:solidFill>
              </a:rPr>
              <a:t>Github</a:t>
            </a:r>
            <a:r>
              <a:rPr lang="hu-HU" dirty="0">
                <a:solidFill>
                  <a:schemeClr val="bg1"/>
                </a:solidFill>
              </a:rPr>
              <a:t>, rs1 oldalak, drive, </a:t>
            </a:r>
            <a:r>
              <a:rPr lang="hu-HU" dirty="0" err="1">
                <a:solidFill>
                  <a:schemeClr val="bg1"/>
                </a:solidFill>
              </a:rPr>
              <a:t>excel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worksheets</a:t>
            </a:r>
            <a:r>
              <a:rPr lang="hu-HU" dirty="0">
                <a:solidFill>
                  <a:schemeClr val="bg1"/>
                </a:solidFill>
              </a:rPr>
              <a:t>, stb.</a:t>
            </a:r>
          </a:p>
        </p:txBody>
      </p:sp>
    </p:spTree>
    <p:extLst>
      <p:ext uri="{BB962C8B-B14F-4D97-AF65-F5344CB8AC3E}">
        <p14:creationId xmlns:p14="http://schemas.microsoft.com/office/powerpoint/2010/main" val="533125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3F6420-1FF8-30A9-852D-AC8E0982C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0B006B-B830-1F37-4D3F-07D342219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346075"/>
            <a:ext cx="10515600" cy="1325563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Felmerülő kérdések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B85172E-4CA6-4C02-7A60-DB25131B7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hu-HU" dirty="0">
                <a:solidFill>
                  <a:schemeClr val="bg1"/>
                </a:solidFill>
              </a:rPr>
              <a:t>Ez egy 6-ik olyan weboldal, amely + leterheltséget jelentene az oktatóknak, vagy egy új lehetőség a rendszer dinamikusabbá tételéhez?</a:t>
            </a:r>
          </a:p>
          <a:p>
            <a:pPr algn="just"/>
            <a:r>
              <a:rPr lang="hu-HU" dirty="0">
                <a:solidFill>
                  <a:schemeClr val="bg1"/>
                </a:solidFill>
              </a:rPr>
              <a:t>Ki a célközönség?</a:t>
            </a:r>
          </a:p>
          <a:p>
            <a:pPr algn="just"/>
            <a:r>
              <a:rPr lang="hu-HU" dirty="0">
                <a:solidFill>
                  <a:schemeClr val="bg1"/>
                </a:solidFill>
              </a:rPr>
              <a:t>Valóban használva lenne?</a:t>
            </a:r>
          </a:p>
          <a:p>
            <a:pPr algn="just"/>
            <a:r>
              <a:rPr lang="hu-HU" dirty="0">
                <a:solidFill>
                  <a:schemeClr val="bg1"/>
                </a:solidFill>
              </a:rPr>
              <a:t>Mindenki szabadon használhatja, vagy valamilyen jogosultsághoz kössük?</a:t>
            </a:r>
          </a:p>
          <a:p>
            <a:pPr algn="just"/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411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E12B40-2844-7922-BC7E-8ACE19DF1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376EC83-5C78-97DC-7785-CF88F3B88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346075"/>
            <a:ext cx="10515600" cy="1325563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Projekt életciklusa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3EA07C8-E8A9-62E6-3BF9-E284BD0B5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9950"/>
            <a:ext cx="10515600" cy="3660775"/>
          </a:xfrm>
        </p:spPr>
        <p:txBody>
          <a:bodyPr>
            <a:normAutofit lnSpcReduction="10000"/>
          </a:bodyPr>
          <a:lstStyle/>
          <a:p>
            <a:pPr algn="just"/>
            <a:r>
              <a:rPr lang="hu-HU" dirty="0">
                <a:solidFill>
                  <a:schemeClr val="bg1"/>
                </a:solidFill>
              </a:rPr>
              <a:t>1. hét: Megvalósítás menetének átbeszélése</a:t>
            </a:r>
          </a:p>
          <a:p>
            <a:pPr algn="just"/>
            <a:r>
              <a:rPr lang="hu-HU" dirty="0">
                <a:solidFill>
                  <a:schemeClr val="bg1"/>
                </a:solidFill>
              </a:rPr>
              <a:t>2-4. hét: </a:t>
            </a:r>
            <a:r>
              <a:rPr lang="hu-HU" dirty="0" err="1">
                <a:solidFill>
                  <a:schemeClr val="bg1"/>
                </a:solidFill>
              </a:rPr>
              <a:t>Szkeleton</a:t>
            </a:r>
            <a:r>
              <a:rPr lang="hu-HU" dirty="0">
                <a:solidFill>
                  <a:schemeClr val="bg1"/>
                </a:solidFill>
              </a:rPr>
              <a:t> felépítése, funkciók pontosítása, adatbázis elkészítése</a:t>
            </a:r>
          </a:p>
          <a:p>
            <a:pPr algn="just"/>
            <a:r>
              <a:rPr lang="hu-HU" dirty="0">
                <a:solidFill>
                  <a:schemeClr val="bg1"/>
                </a:solidFill>
              </a:rPr>
              <a:t>5-6. hét: Funkciók beépítése, Frontend és Adatbázis összekapcsolása</a:t>
            </a:r>
          </a:p>
          <a:p>
            <a:pPr algn="just"/>
            <a:r>
              <a:rPr lang="hu-HU" dirty="0">
                <a:solidFill>
                  <a:schemeClr val="bg1"/>
                </a:solidFill>
              </a:rPr>
              <a:t>7-8. hét: Tesztelés, további funkciók megbeszélése</a:t>
            </a:r>
          </a:p>
          <a:p>
            <a:pPr algn="just"/>
            <a:r>
              <a:rPr lang="hu-HU" dirty="0">
                <a:solidFill>
                  <a:schemeClr val="bg1"/>
                </a:solidFill>
              </a:rPr>
              <a:t>9-11. hét: </a:t>
            </a:r>
            <a:r>
              <a:rPr lang="hu-HU" dirty="0" err="1">
                <a:solidFill>
                  <a:schemeClr val="bg1"/>
                </a:solidFill>
              </a:rPr>
              <a:t>Szkeleton</a:t>
            </a:r>
            <a:r>
              <a:rPr lang="hu-HU" dirty="0">
                <a:solidFill>
                  <a:schemeClr val="bg1"/>
                </a:solidFill>
              </a:rPr>
              <a:t> tovább fejlesztése, felmerülő hibák javítása</a:t>
            </a:r>
          </a:p>
          <a:p>
            <a:pPr algn="just"/>
            <a:r>
              <a:rPr lang="hu-HU" dirty="0">
                <a:solidFill>
                  <a:schemeClr val="bg1"/>
                </a:solidFill>
              </a:rPr>
              <a:t>12-14. hét: Program véglegesítése, utolsó simítások</a:t>
            </a:r>
          </a:p>
        </p:txBody>
      </p:sp>
    </p:spTree>
    <p:extLst>
      <p:ext uri="{BB962C8B-B14F-4D97-AF65-F5344CB8AC3E}">
        <p14:creationId xmlns:p14="http://schemas.microsoft.com/office/powerpoint/2010/main" val="1539561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90829F-0477-CAF2-671C-E5ADCB822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49E11D0-9943-E004-3A56-8D5F4F5D4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346075"/>
            <a:ext cx="10515600" cy="1325563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Felmerülő nehézségek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1E3517-BBDE-D235-B11A-9435B5D3B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hu-HU" dirty="0">
                <a:solidFill>
                  <a:schemeClr val="bg1"/>
                </a:solidFill>
              </a:rPr>
              <a:t>Adatbázis kommunikálása a Frontenddel.</a:t>
            </a:r>
          </a:p>
          <a:p>
            <a:pPr algn="just"/>
            <a:r>
              <a:rPr lang="hu-HU" dirty="0">
                <a:solidFill>
                  <a:schemeClr val="bg1"/>
                </a:solidFill>
              </a:rPr>
              <a:t>Az oldal kinézetének kérdése.</a:t>
            </a:r>
          </a:p>
          <a:p>
            <a:pPr algn="just"/>
            <a:r>
              <a:rPr lang="hu-HU" dirty="0">
                <a:solidFill>
                  <a:schemeClr val="bg1"/>
                </a:solidFill>
              </a:rPr>
              <a:t>Funkciók számának meghatározása.</a:t>
            </a:r>
          </a:p>
          <a:p>
            <a:pPr algn="just"/>
            <a:r>
              <a:rPr lang="hu-HU" dirty="0">
                <a:solidFill>
                  <a:schemeClr val="bg1"/>
                </a:solidFill>
              </a:rPr>
              <a:t>Frontend elemek kitalálása.</a:t>
            </a:r>
          </a:p>
          <a:p>
            <a:pPr algn="just"/>
            <a:r>
              <a:rPr lang="hu-HU" dirty="0">
                <a:solidFill>
                  <a:schemeClr val="bg1"/>
                </a:solidFill>
              </a:rPr>
              <a:t>Backend elkészítése.</a:t>
            </a:r>
          </a:p>
          <a:p>
            <a:pPr algn="just"/>
            <a:r>
              <a:rPr lang="hu-HU" dirty="0">
                <a:solidFill>
                  <a:schemeClr val="bg1"/>
                </a:solidFill>
              </a:rPr>
              <a:t>Visszajelzések alapján a projekt értékteremtő témájának kérdése.</a:t>
            </a:r>
          </a:p>
          <a:p>
            <a:pPr algn="just"/>
            <a:r>
              <a:rPr lang="hu-HU" dirty="0">
                <a:solidFill>
                  <a:schemeClr val="bg1"/>
                </a:solidFill>
              </a:rPr>
              <a:t>Kevés tapasztalat az ilyen jellegű programozás terén, illetve ilyen projekt készítésének terén.</a:t>
            </a:r>
          </a:p>
          <a:p>
            <a:pPr algn="just"/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5450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CA8979-1640-E3D7-AFE9-9A68BC1C8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8BC8F1-8DAF-3D26-6112-833F74758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346075"/>
            <a:ext cx="10515600" cy="1325563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Oldal funkcióinak bemutatása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5066E9CA-7C52-A192-2407-4066499BA478}"/>
              </a:ext>
            </a:extLst>
          </p:cNvPr>
          <p:cNvSpPr/>
          <p:nvPr/>
        </p:nvSpPr>
        <p:spPr>
          <a:xfrm>
            <a:off x="590550" y="2171700"/>
            <a:ext cx="4953000" cy="3390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B60A5E95-4EF1-B8A1-0C43-31672FDB073C}"/>
              </a:ext>
            </a:extLst>
          </p:cNvPr>
          <p:cNvSpPr/>
          <p:nvPr/>
        </p:nvSpPr>
        <p:spPr>
          <a:xfrm>
            <a:off x="6448425" y="2171700"/>
            <a:ext cx="4953000" cy="3390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E1DD8487-8DD7-49FC-7E6E-E5EE5771A69C}"/>
              </a:ext>
            </a:extLst>
          </p:cNvPr>
          <p:cNvSpPr txBox="1"/>
          <p:nvPr/>
        </p:nvSpPr>
        <p:spPr>
          <a:xfrm>
            <a:off x="2095500" y="5698092"/>
            <a:ext cx="194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</a:rPr>
              <a:t>Fórum Főoldal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6E2E372D-2F1B-1937-8AF0-3C6075172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20" y="1581149"/>
            <a:ext cx="5390255" cy="4083605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E9ADA9F7-3A77-97A1-7D57-D0D801AA1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421" y="1581149"/>
            <a:ext cx="5724259" cy="4083605"/>
          </a:xfrm>
          <a:prstGeom prst="rect">
            <a:avLst/>
          </a:prstGeom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860FD991-4C75-6F3B-48A1-9F7C07D0B1EB}"/>
              </a:ext>
            </a:extLst>
          </p:cNvPr>
          <p:cNvSpPr txBox="1"/>
          <p:nvPr/>
        </p:nvSpPr>
        <p:spPr>
          <a:xfrm>
            <a:off x="7953375" y="5698092"/>
            <a:ext cx="2038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</a:rPr>
              <a:t>Szakok nézete a GIVK tekintetében</a:t>
            </a:r>
          </a:p>
        </p:txBody>
      </p:sp>
    </p:spTree>
    <p:extLst>
      <p:ext uri="{BB962C8B-B14F-4D97-AF65-F5344CB8AC3E}">
        <p14:creationId xmlns:p14="http://schemas.microsoft.com/office/powerpoint/2010/main" val="2774812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3286E7-52A7-A789-76F1-81D812E14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3238CD65-C933-5A98-C2A3-93F69B72D972}"/>
              </a:ext>
            </a:extLst>
          </p:cNvPr>
          <p:cNvSpPr/>
          <p:nvPr/>
        </p:nvSpPr>
        <p:spPr>
          <a:xfrm>
            <a:off x="552451" y="1733550"/>
            <a:ext cx="4953000" cy="3390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2E0BB0-BA54-6ED6-6085-A4F5E2DAA6AB}"/>
              </a:ext>
            </a:extLst>
          </p:cNvPr>
          <p:cNvSpPr/>
          <p:nvPr/>
        </p:nvSpPr>
        <p:spPr>
          <a:xfrm>
            <a:off x="6686549" y="1733550"/>
            <a:ext cx="4953000" cy="3390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3C77CAE7-AE76-583D-2A1D-538EE9F1F155}"/>
              </a:ext>
            </a:extLst>
          </p:cNvPr>
          <p:cNvSpPr txBox="1"/>
          <p:nvPr/>
        </p:nvSpPr>
        <p:spPr>
          <a:xfrm>
            <a:off x="1773133" y="5699164"/>
            <a:ext cx="29241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</a:rPr>
              <a:t>Tantárgycsoportok a Mérnökinformatikus szak tekintetében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2E2E442-2FD0-4F8E-B057-4B25DAC56B84}"/>
              </a:ext>
            </a:extLst>
          </p:cNvPr>
          <p:cNvSpPr txBox="1"/>
          <p:nvPr/>
        </p:nvSpPr>
        <p:spPr>
          <a:xfrm>
            <a:off x="8191499" y="5699164"/>
            <a:ext cx="194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</a:rPr>
              <a:t>Fórum Főoldal</a:t>
            </a:r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CE4062E3-303F-A134-A354-A0386613D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40" y="1615559"/>
            <a:ext cx="5721560" cy="408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268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A61B76-348A-8911-5A52-4C5E98EC4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B0A189F9-1DA1-845B-A627-CC8CF4AEA0D5}"/>
              </a:ext>
            </a:extLst>
          </p:cNvPr>
          <p:cNvSpPr/>
          <p:nvPr/>
        </p:nvSpPr>
        <p:spPr>
          <a:xfrm>
            <a:off x="790576" y="1733550"/>
            <a:ext cx="4953000" cy="3390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08B9B9B6-872A-B8D3-97C4-CB8BB2F91C36}"/>
              </a:ext>
            </a:extLst>
          </p:cNvPr>
          <p:cNvSpPr/>
          <p:nvPr/>
        </p:nvSpPr>
        <p:spPr>
          <a:xfrm>
            <a:off x="6448426" y="1733550"/>
            <a:ext cx="4953000" cy="3390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48E67971-BABD-FD00-B80D-F388AA4256A0}"/>
              </a:ext>
            </a:extLst>
          </p:cNvPr>
          <p:cNvSpPr txBox="1"/>
          <p:nvPr/>
        </p:nvSpPr>
        <p:spPr>
          <a:xfrm>
            <a:off x="1533525" y="5229225"/>
            <a:ext cx="3248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Kép leírás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BC981C39-032A-F1C8-89D5-EC89C355AB9C}"/>
              </a:ext>
            </a:extLst>
          </p:cNvPr>
          <p:cNvSpPr txBox="1"/>
          <p:nvPr/>
        </p:nvSpPr>
        <p:spPr>
          <a:xfrm>
            <a:off x="7143750" y="5236607"/>
            <a:ext cx="3248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Kép leírás</a:t>
            </a:r>
          </a:p>
        </p:txBody>
      </p:sp>
    </p:spTree>
    <p:extLst>
      <p:ext uri="{BB962C8B-B14F-4D97-AF65-F5344CB8AC3E}">
        <p14:creationId xmlns:p14="http://schemas.microsoft.com/office/powerpoint/2010/main" val="1109186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334A5A-7262-DCC2-7A13-8DE9A43F1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D420D4A-8F61-4368-6F40-C8FD67E71CEF}"/>
              </a:ext>
            </a:extLst>
          </p:cNvPr>
          <p:cNvSpPr/>
          <p:nvPr/>
        </p:nvSpPr>
        <p:spPr>
          <a:xfrm>
            <a:off x="790576" y="1733550"/>
            <a:ext cx="4953000" cy="3390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FDC5699-5D7B-ECD4-ABC8-9D16D1B4BE6B}"/>
              </a:ext>
            </a:extLst>
          </p:cNvPr>
          <p:cNvSpPr/>
          <p:nvPr/>
        </p:nvSpPr>
        <p:spPr>
          <a:xfrm>
            <a:off x="6448426" y="1733550"/>
            <a:ext cx="4953000" cy="3390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11156F1E-3E97-94BF-D899-D9079B0C7AE4}"/>
              </a:ext>
            </a:extLst>
          </p:cNvPr>
          <p:cNvSpPr txBox="1"/>
          <p:nvPr/>
        </p:nvSpPr>
        <p:spPr>
          <a:xfrm>
            <a:off x="1533525" y="5229225"/>
            <a:ext cx="3248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Kép leírás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C7A100D7-3B53-CAA9-FD4D-A4E018CE7A3D}"/>
              </a:ext>
            </a:extLst>
          </p:cNvPr>
          <p:cNvSpPr txBox="1"/>
          <p:nvPr/>
        </p:nvSpPr>
        <p:spPr>
          <a:xfrm>
            <a:off x="7143750" y="5236607"/>
            <a:ext cx="3248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Kép leírás</a:t>
            </a:r>
          </a:p>
        </p:txBody>
      </p:sp>
    </p:spTree>
    <p:extLst>
      <p:ext uri="{BB962C8B-B14F-4D97-AF65-F5344CB8AC3E}">
        <p14:creationId xmlns:p14="http://schemas.microsoft.com/office/powerpoint/2010/main" val="2439540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5DAABB-B8D8-D08E-0216-7AC69B44A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9A13060F-D24D-1B0D-E14A-F4883550065A}"/>
              </a:ext>
            </a:extLst>
          </p:cNvPr>
          <p:cNvSpPr/>
          <p:nvPr/>
        </p:nvSpPr>
        <p:spPr>
          <a:xfrm>
            <a:off x="790576" y="1733550"/>
            <a:ext cx="4953000" cy="3390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54861CFF-D545-D966-3858-2E72ADF0AB8F}"/>
              </a:ext>
            </a:extLst>
          </p:cNvPr>
          <p:cNvSpPr/>
          <p:nvPr/>
        </p:nvSpPr>
        <p:spPr>
          <a:xfrm>
            <a:off x="6448426" y="1733550"/>
            <a:ext cx="4953000" cy="3390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CB765FD9-2B17-4234-02D7-F6725400706D}"/>
              </a:ext>
            </a:extLst>
          </p:cNvPr>
          <p:cNvSpPr txBox="1"/>
          <p:nvPr/>
        </p:nvSpPr>
        <p:spPr>
          <a:xfrm>
            <a:off x="1533525" y="5229225"/>
            <a:ext cx="3248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Kép leírás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582C1D4C-E2F2-1F70-0AB8-47F833008D04}"/>
              </a:ext>
            </a:extLst>
          </p:cNvPr>
          <p:cNvSpPr txBox="1"/>
          <p:nvPr/>
        </p:nvSpPr>
        <p:spPr>
          <a:xfrm>
            <a:off x="7143750" y="5236607"/>
            <a:ext cx="3248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Kép leírás</a:t>
            </a:r>
          </a:p>
        </p:txBody>
      </p:sp>
    </p:spTree>
    <p:extLst>
      <p:ext uri="{BB962C8B-B14F-4D97-AF65-F5344CB8AC3E}">
        <p14:creationId xmlns:p14="http://schemas.microsoft.com/office/powerpoint/2010/main" val="357985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A33948-281D-07EB-B03A-17D751C05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12782C13-BB9E-DC61-7C1B-3131774920EE}"/>
              </a:ext>
            </a:extLst>
          </p:cNvPr>
          <p:cNvSpPr/>
          <p:nvPr/>
        </p:nvSpPr>
        <p:spPr>
          <a:xfrm>
            <a:off x="790576" y="1733550"/>
            <a:ext cx="4953000" cy="3390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4DC3C6B7-6339-F071-6667-9BF3B60E9D3B}"/>
              </a:ext>
            </a:extLst>
          </p:cNvPr>
          <p:cNvSpPr/>
          <p:nvPr/>
        </p:nvSpPr>
        <p:spPr>
          <a:xfrm>
            <a:off x="6448426" y="1733550"/>
            <a:ext cx="4953000" cy="3390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5DEDD4C0-BC50-BAB3-7895-EA1B2BAA84D4}"/>
              </a:ext>
            </a:extLst>
          </p:cNvPr>
          <p:cNvSpPr txBox="1"/>
          <p:nvPr/>
        </p:nvSpPr>
        <p:spPr>
          <a:xfrm>
            <a:off x="1533525" y="5229225"/>
            <a:ext cx="3248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Kép leírás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6E43ED6F-CFA7-C8E4-245A-86142A239045}"/>
              </a:ext>
            </a:extLst>
          </p:cNvPr>
          <p:cNvSpPr txBox="1"/>
          <p:nvPr/>
        </p:nvSpPr>
        <p:spPr>
          <a:xfrm>
            <a:off x="7143750" y="5236607"/>
            <a:ext cx="3248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Kép leírás</a:t>
            </a:r>
          </a:p>
        </p:txBody>
      </p:sp>
    </p:spTree>
    <p:extLst>
      <p:ext uri="{BB962C8B-B14F-4D97-AF65-F5344CB8AC3E}">
        <p14:creationId xmlns:p14="http://schemas.microsoft.com/office/powerpoint/2010/main" val="3410532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A6451B-8F70-77F9-6057-9C230DB40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D20ACCEE-3F8D-D32E-DC11-49F75DA76553}"/>
              </a:ext>
            </a:extLst>
          </p:cNvPr>
          <p:cNvSpPr/>
          <p:nvPr/>
        </p:nvSpPr>
        <p:spPr>
          <a:xfrm>
            <a:off x="790576" y="1733550"/>
            <a:ext cx="4953000" cy="3390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D816C0BE-0FA3-2222-A277-A08B2232C639}"/>
              </a:ext>
            </a:extLst>
          </p:cNvPr>
          <p:cNvSpPr/>
          <p:nvPr/>
        </p:nvSpPr>
        <p:spPr>
          <a:xfrm>
            <a:off x="6448426" y="1733550"/>
            <a:ext cx="4953000" cy="3390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76F8F725-D189-A280-25AB-AC38F83EFEC3}"/>
              </a:ext>
            </a:extLst>
          </p:cNvPr>
          <p:cNvSpPr txBox="1"/>
          <p:nvPr/>
        </p:nvSpPr>
        <p:spPr>
          <a:xfrm>
            <a:off x="1533525" y="5229225"/>
            <a:ext cx="3248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Kép leírás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D00198C2-3F2C-4534-ACF1-CAAFC1B3C87F}"/>
              </a:ext>
            </a:extLst>
          </p:cNvPr>
          <p:cNvSpPr txBox="1"/>
          <p:nvPr/>
        </p:nvSpPr>
        <p:spPr>
          <a:xfrm>
            <a:off x="7143750" y="5236607"/>
            <a:ext cx="3248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Kép leírás</a:t>
            </a:r>
          </a:p>
        </p:txBody>
      </p:sp>
    </p:spTree>
    <p:extLst>
      <p:ext uri="{BB962C8B-B14F-4D97-AF65-F5344CB8AC3E}">
        <p14:creationId xmlns:p14="http://schemas.microsoft.com/office/powerpoint/2010/main" val="426245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86C8E7-E2EB-89F7-7A5D-11109606A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4290FF-8603-47CB-B2B4-997B71530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hu-HU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34462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</TotalTime>
  <Words>242</Words>
  <Application>Microsoft Office PowerPoint</Application>
  <PresentationFormat>Szélesvásznú</PresentationFormat>
  <Paragraphs>51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Office-téma</vt:lpstr>
      <vt:lpstr>PowerPoint-bemutató</vt:lpstr>
      <vt:lpstr>Téma választásának oka</vt:lpstr>
      <vt:lpstr>Felmerülő kérdések</vt:lpstr>
      <vt:lpstr>Projekt életciklusa</vt:lpstr>
      <vt:lpstr>Felmerülő nehézségek</vt:lpstr>
      <vt:lpstr>Oldal funkcióinak bemutatása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Homoki Tamás</dc:creator>
  <cp:lastModifiedBy>Homoki Tamás</cp:lastModifiedBy>
  <cp:revision>5</cp:revision>
  <dcterms:created xsi:type="dcterms:W3CDTF">2024-12-07T17:34:30Z</dcterms:created>
  <dcterms:modified xsi:type="dcterms:W3CDTF">2024-12-09T13:25:22Z</dcterms:modified>
</cp:coreProperties>
</file>